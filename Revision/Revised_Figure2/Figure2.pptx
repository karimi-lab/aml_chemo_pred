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31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826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156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321" algn="l" defTabSz="45716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A74BC-DF63-774F-84FA-EB5DB2544444}" v="348" dt="2026-03-02T16:23:52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54"/>
    <p:restoredTop sz="94674"/>
  </p:normalViewPr>
  <p:slideViewPr>
    <p:cSldViewPr snapToGrid="0">
      <p:cViewPr>
        <p:scale>
          <a:sx n="121" d="100"/>
          <a:sy n="121" d="100"/>
        </p:scale>
        <p:origin x="4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Mahdi Karimi" userId="235397df-0eff-43ba-b6f1-eb0815a450f9" providerId="ADAL" clId="{AF21A14D-B7E0-55E1-91DB-E92F6E95E931}"/>
    <pc:docChg chg="undo custSel modSld modMainMaster modNotesMaster">
      <pc:chgData name="Mohammad Mahdi Karimi" userId="235397df-0eff-43ba-b6f1-eb0815a450f9" providerId="ADAL" clId="{AF21A14D-B7E0-55E1-91DB-E92F6E95E931}" dt="2026-03-02T16:24:06.816" v="712" actId="1038"/>
      <pc:docMkLst>
        <pc:docMk/>
      </pc:docMkLst>
      <pc:sldChg chg="addSp delSp modSp mod modNotes">
        <pc:chgData name="Mohammad Mahdi Karimi" userId="235397df-0eff-43ba-b6f1-eb0815a450f9" providerId="ADAL" clId="{AF21A14D-B7E0-55E1-91DB-E92F6E95E931}" dt="2026-03-02T16:24:06.816" v="712" actId="1038"/>
        <pc:sldMkLst>
          <pc:docMk/>
          <pc:sldMk cId="82289315" sldId="256"/>
        </pc:sldMkLst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k cId="82289315" sldId="256"/>
            <ac:spMk id="9" creationId="{DE258DF0-0BB2-A926-1FC4-4210B99FDAD2}"/>
          </ac:spMkLst>
        </pc:spChg>
        <pc:spChg chg="mod topLvl">
          <ac:chgData name="Mohammad Mahdi Karimi" userId="235397df-0eff-43ba-b6f1-eb0815a450f9" providerId="ADAL" clId="{AF21A14D-B7E0-55E1-91DB-E92F6E95E931}" dt="2026-02-17T21:39:16.510" v="573" actId="1076"/>
          <ac:spMkLst>
            <pc:docMk/>
            <pc:sldMk cId="82289315" sldId="256"/>
            <ac:spMk id="14" creationId="{088EA966-0E08-276F-D4A2-EA219C344A4E}"/>
          </ac:spMkLst>
        </pc:spChg>
        <pc:spChg chg="add mod">
          <ac:chgData name="Mohammad Mahdi Karimi" userId="235397df-0eff-43ba-b6f1-eb0815a450f9" providerId="ADAL" clId="{AF21A14D-B7E0-55E1-91DB-E92F6E95E931}" dt="2026-02-17T21:39:30.939" v="577" actId="20577"/>
          <ac:spMkLst>
            <pc:docMk/>
            <pc:sldMk cId="82289315" sldId="256"/>
            <ac:spMk id="25" creationId="{484A387C-472A-33A2-7E0D-CFF635C235EC}"/>
          </ac:spMkLst>
        </pc:spChg>
        <pc:grpChg chg="add mod topLvl">
          <ac:chgData name="Mohammad Mahdi Karimi" userId="235397df-0eff-43ba-b6f1-eb0815a450f9" providerId="ADAL" clId="{AF21A14D-B7E0-55E1-91DB-E92F6E95E931}" dt="2026-03-02T16:23:52.898" v="705" actId="1038"/>
          <ac:grpSpMkLst>
            <pc:docMk/>
            <pc:sldMk cId="82289315" sldId="256"/>
            <ac:grpSpMk id="5" creationId="{B5C96258-52E7-C316-FF19-99567F07B84D}"/>
          </ac:grpSpMkLst>
        </pc:grpChg>
        <pc:picChg chg="add mod">
          <ac:chgData name="Mohammad Mahdi Karimi" userId="235397df-0eff-43ba-b6f1-eb0815a450f9" providerId="ADAL" clId="{AF21A14D-B7E0-55E1-91DB-E92F6E95E931}" dt="2026-03-02T16:23:52.898" v="705" actId="1038"/>
          <ac:picMkLst>
            <pc:docMk/>
            <pc:sldMk cId="82289315" sldId="256"/>
            <ac:picMk id="2" creationId="{36E1A1EA-4A58-D1ED-1419-553639A5A95F}"/>
          </ac:picMkLst>
        </pc:picChg>
        <pc:picChg chg="add mod">
          <ac:chgData name="Mohammad Mahdi Karimi" userId="235397df-0eff-43ba-b6f1-eb0815a450f9" providerId="ADAL" clId="{AF21A14D-B7E0-55E1-91DB-E92F6E95E931}" dt="2026-03-02T16:23:52.898" v="705" actId="1038"/>
          <ac:picMkLst>
            <pc:docMk/>
            <pc:sldMk cId="82289315" sldId="256"/>
            <ac:picMk id="3" creationId="{4B41A136-E773-FF26-DD18-5E1DDF3C1324}"/>
          </ac:picMkLst>
        </pc:picChg>
        <pc:picChg chg="add mod">
          <ac:chgData name="Mohammad Mahdi Karimi" userId="235397df-0eff-43ba-b6f1-eb0815a450f9" providerId="ADAL" clId="{AF21A14D-B7E0-55E1-91DB-E92F6E95E931}" dt="2026-03-02T16:23:52.898" v="705" actId="1038"/>
          <ac:picMkLst>
            <pc:docMk/>
            <pc:sldMk cId="82289315" sldId="256"/>
            <ac:picMk id="4" creationId="{B49DE94A-3A44-11BD-9FBC-EB15D8BB326A}"/>
          </ac:picMkLst>
        </pc:picChg>
        <pc:picChg chg="add mod modCrop">
          <ac:chgData name="Mohammad Mahdi Karimi" userId="235397df-0eff-43ba-b6f1-eb0815a450f9" providerId="ADAL" clId="{AF21A14D-B7E0-55E1-91DB-E92F6E95E931}" dt="2026-02-17T21:33:29.311" v="506"/>
          <ac:picMkLst>
            <pc:docMk/>
            <pc:sldMk cId="82289315" sldId="256"/>
            <ac:picMk id="15" creationId="{C28B1E57-20EB-A652-1628-3742DED74AD3}"/>
          </ac:picMkLst>
        </pc:picChg>
        <pc:picChg chg="add del mod">
          <ac:chgData name="Mohammad Mahdi Karimi" userId="235397df-0eff-43ba-b6f1-eb0815a450f9" providerId="ADAL" clId="{AF21A14D-B7E0-55E1-91DB-E92F6E95E931}" dt="2026-03-02T15:13:14.859" v="638" actId="478"/>
          <ac:picMkLst>
            <pc:docMk/>
            <pc:sldMk cId="82289315" sldId="256"/>
            <ac:picMk id="16" creationId="{01A3BAC4-0E9F-8F2D-E064-7BBF958ED015}"/>
          </ac:picMkLst>
        </pc:picChg>
        <pc:picChg chg="add mod modCrop">
          <ac:chgData name="Mohammad Mahdi Karimi" userId="235397df-0eff-43ba-b6f1-eb0815a450f9" providerId="ADAL" clId="{AF21A14D-B7E0-55E1-91DB-E92F6E95E931}" dt="2026-03-02T16:24:06.816" v="712" actId="1038"/>
          <ac:picMkLst>
            <pc:docMk/>
            <pc:sldMk cId="82289315" sldId="256"/>
            <ac:picMk id="22" creationId="{50D891AF-231B-D875-C90B-8F29C7A2A164}"/>
          </ac:picMkLst>
        </pc:picChg>
        <pc:picChg chg="add del mod modCrop">
          <ac:chgData name="Mohammad Mahdi Karimi" userId="235397df-0eff-43ba-b6f1-eb0815a450f9" providerId="ADAL" clId="{AF21A14D-B7E0-55E1-91DB-E92F6E95E931}" dt="2026-03-02T16:22:30.704" v="652" actId="478"/>
          <ac:picMkLst>
            <pc:docMk/>
            <pc:sldMk cId="82289315" sldId="256"/>
            <ac:picMk id="24" creationId="{00ECD0D9-EE01-038F-47F8-AE665313AE65}"/>
          </ac:picMkLst>
        </pc:picChg>
        <pc:picChg chg="add mod modCrop">
          <ac:chgData name="Mohammad Mahdi Karimi" userId="235397df-0eff-43ba-b6f1-eb0815a450f9" providerId="ADAL" clId="{AF21A14D-B7E0-55E1-91DB-E92F6E95E931}" dt="2026-02-17T21:46:40.086" v="634" actId="1035"/>
          <ac:picMkLst>
            <pc:docMk/>
            <pc:sldMk cId="82289315" sldId="256"/>
            <ac:picMk id="28" creationId="{3A114E01-2DAE-D4EF-81C5-3AFCF8710BC0}"/>
          </ac:picMkLst>
        </pc:picChg>
        <pc:picChg chg="add mod">
          <ac:chgData name="Mohammad Mahdi Karimi" userId="235397df-0eff-43ba-b6f1-eb0815a450f9" providerId="ADAL" clId="{AF21A14D-B7E0-55E1-91DB-E92F6E95E931}" dt="2026-03-02T15:13:22.566" v="651" actId="1036"/>
          <ac:picMkLst>
            <pc:docMk/>
            <pc:sldMk cId="82289315" sldId="256"/>
            <ac:picMk id="1026" creationId="{F5264DAF-6983-B01B-FD43-97B3CF03D703}"/>
          </ac:picMkLst>
        </pc:picChg>
        <pc:picChg chg="add mod">
          <ac:chgData name="Mohammad Mahdi Karimi" userId="235397df-0eff-43ba-b6f1-eb0815a450f9" providerId="ADAL" clId="{AF21A14D-B7E0-55E1-91DB-E92F6E95E931}" dt="2026-03-02T16:23:45.039" v="690" actId="14100"/>
          <ac:picMkLst>
            <pc:docMk/>
            <pc:sldMk cId="82289315" sldId="256"/>
            <ac:picMk id="1028" creationId="{2105D860-A793-CDD3-49B9-105B0B812B19}"/>
          </ac:picMkLst>
        </pc:picChg>
      </pc:sldChg>
      <pc:sldMasterChg chg="modSp modSldLayout">
        <pc:chgData name="Mohammad Mahdi Karimi" userId="235397df-0eff-43ba-b6f1-eb0815a450f9" providerId="ADAL" clId="{AF21A14D-B7E0-55E1-91DB-E92F6E95E931}" dt="2026-02-17T21:33:29.311" v="506"/>
        <pc:sldMasterMkLst>
          <pc:docMk/>
          <pc:sldMasterMk cId="2782330190" sldId="2147483660"/>
        </pc:sldMasterMkLst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asterMk cId="2782330190" sldId="2147483660"/>
            <ac:spMk id="2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asterMk cId="2782330190" sldId="2147483660"/>
            <ac:spMk id="3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asterMk cId="2782330190" sldId="2147483660"/>
            <ac:spMk id="4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asterMk cId="2782330190" sldId="2147483660"/>
            <ac:spMk id="5" creationId="{00000000-0000-0000-0000-000000000000}"/>
          </ac:spMkLst>
        </pc:spChg>
        <pc:spChg chg="mod">
          <ac:chgData name="Mohammad Mahdi Karimi" userId="235397df-0eff-43ba-b6f1-eb0815a450f9" providerId="ADAL" clId="{AF21A14D-B7E0-55E1-91DB-E92F6E95E931}" dt="2026-02-17T21:33:29.311" v="506"/>
          <ac:spMkLst>
            <pc:docMk/>
            <pc:sldMasterMk cId="2782330190" sldId="2147483660"/>
            <ac:spMk id="6" creationId="{00000000-0000-0000-0000-000000000000}"/>
          </ac:spMkLst>
        </pc:sp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4108221967" sldId="2147483661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4108221967" sldId="2147483661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4108221967" sldId="2147483661"/>
              <ac:spMk id="3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2097643685" sldId="2147483663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097643685" sldId="2147483663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097643685" sldId="2147483663"/>
              <ac:spMk id="3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2318314396" sldId="2147483664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318314396" sldId="2147483664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318314396" sldId="2147483664"/>
              <ac:spMk id="4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107953568" sldId="2147483665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07953568" sldId="2147483665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07953568" sldId="2147483665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07953568" sldId="2147483665"/>
              <ac:spMk id="4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07953568" sldId="2147483665"/>
              <ac:spMk id="5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07953568" sldId="2147483665"/>
              <ac:spMk id="6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974693696" sldId="2147483668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974693696" sldId="2147483668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974693696" sldId="2147483668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974693696" sldId="2147483668"/>
              <ac:spMk id="4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2982107963" sldId="2147483669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982107963" sldId="2147483669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982107963" sldId="2147483669"/>
              <ac:spMk id="3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2982107963" sldId="2147483669"/>
              <ac:spMk id="4" creationId="{00000000-0000-0000-0000-000000000000}"/>
            </ac:spMkLst>
          </pc:spChg>
        </pc:sldLayoutChg>
        <pc:sldLayoutChg chg="modSp">
          <pc:chgData name="Mohammad Mahdi Karimi" userId="235397df-0eff-43ba-b6f1-eb0815a450f9" providerId="ADAL" clId="{AF21A14D-B7E0-55E1-91DB-E92F6E95E931}" dt="2026-02-17T21:33:29.311" v="506"/>
          <pc:sldLayoutMkLst>
            <pc:docMk/>
            <pc:sldMasterMk cId="2782330190" sldId="2147483660"/>
            <pc:sldLayoutMk cId="1890565558" sldId="2147483671"/>
          </pc:sldLayoutMkLst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890565558" sldId="2147483671"/>
              <ac:spMk id="2" creationId="{00000000-0000-0000-0000-000000000000}"/>
            </ac:spMkLst>
          </pc:spChg>
          <pc:spChg chg="mod">
            <ac:chgData name="Mohammad Mahdi Karimi" userId="235397df-0eff-43ba-b6f1-eb0815a450f9" providerId="ADAL" clId="{AF21A14D-B7E0-55E1-91DB-E92F6E95E931}" dt="2026-02-17T21:33:29.311" v="506"/>
            <ac:spMkLst>
              <pc:docMk/>
              <pc:sldMasterMk cId="2782330190" sldId="2147483660"/>
              <pc:sldLayoutMk cId="1890565558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EB22B-E984-EC4A-99E8-F32D07F6B57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1E22B-F978-F344-92DE-11321F7786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00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5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1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5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60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26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0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56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1" algn="l" defTabSz="91433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E22B-F978-F344-92DE-11321F7786B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088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7" indent="0" algn="ctr">
              <a:buNone/>
              <a:defRPr sz="1500"/>
            </a:lvl2pPr>
            <a:lvl3pPr marL="685772" indent="0" algn="ctr">
              <a:buNone/>
              <a:defRPr sz="1350"/>
            </a:lvl3pPr>
            <a:lvl4pPr marL="1028659" indent="0" algn="ctr">
              <a:buNone/>
              <a:defRPr sz="1200"/>
            </a:lvl4pPr>
            <a:lvl5pPr marL="1371545" indent="0" algn="ctr">
              <a:buNone/>
              <a:defRPr sz="1200"/>
            </a:lvl5pPr>
            <a:lvl6pPr marL="1714432" indent="0" algn="ctr">
              <a:buNone/>
              <a:defRPr sz="1200"/>
            </a:lvl6pPr>
            <a:lvl7pPr marL="2057317" indent="0" algn="ctr">
              <a:buNone/>
              <a:defRPr sz="1200"/>
            </a:lvl7pPr>
            <a:lvl8pPr marL="2400204" indent="0" algn="ctr">
              <a:buNone/>
              <a:defRPr sz="1200"/>
            </a:lvl8pPr>
            <a:lvl9pPr marL="2743091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22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10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5"/>
            <a:ext cx="5915026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6" cy="216693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87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72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5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4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1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04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091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64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9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31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6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428348"/>
            <a:ext cx="2901256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7" indent="0">
              <a:buNone/>
              <a:defRPr sz="1500" b="1"/>
            </a:lvl2pPr>
            <a:lvl3pPr marL="685772" indent="0">
              <a:buNone/>
              <a:defRPr sz="1350" b="1"/>
            </a:lvl3pPr>
            <a:lvl4pPr marL="1028659" indent="0">
              <a:buNone/>
              <a:defRPr sz="1200" b="1"/>
            </a:lvl4pPr>
            <a:lvl5pPr marL="1371545" indent="0">
              <a:buNone/>
              <a:defRPr sz="1200" b="1"/>
            </a:lvl5pPr>
            <a:lvl6pPr marL="1714432" indent="0">
              <a:buNone/>
              <a:defRPr sz="1200" b="1"/>
            </a:lvl6pPr>
            <a:lvl7pPr marL="2057317" indent="0">
              <a:buNone/>
              <a:defRPr sz="1200" b="1"/>
            </a:lvl7pPr>
            <a:lvl8pPr marL="2400204" indent="0">
              <a:buNone/>
              <a:defRPr sz="1200" b="1"/>
            </a:lvl8pPr>
            <a:lvl9pPr marL="2743091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3618443"/>
            <a:ext cx="2901256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5" y="2428348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7" indent="0">
              <a:buNone/>
              <a:defRPr sz="1500" b="1"/>
            </a:lvl2pPr>
            <a:lvl3pPr marL="685772" indent="0">
              <a:buNone/>
              <a:defRPr sz="1350" b="1"/>
            </a:lvl3pPr>
            <a:lvl4pPr marL="1028659" indent="0">
              <a:buNone/>
              <a:defRPr sz="1200" b="1"/>
            </a:lvl4pPr>
            <a:lvl5pPr marL="1371545" indent="0">
              <a:buNone/>
              <a:defRPr sz="1200" b="1"/>
            </a:lvl5pPr>
            <a:lvl6pPr marL="1714432" indent="0">
              <a:buNone/>
              <a:defRPr sz="1200" b="1"/>
            </a:lvl6pPr>
            <a:lvl7pPr marL="2057317" indent="0">
              <a:buNone/>
              <a:defRPr sz="1200" b="1"/>
            </a:lvl7pPr>
            <a:lvl8pPr marL="2400204" indent="0">
              <a:buNone/>
              <a:defRPr sz="1200" b="1"/>
            </a:lvl8pPr>
            <a:lvl9pPr marL="2743091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5" y="3618443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5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675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5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971801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887" indent="0">
              <a:buNone/>
              <a:defRPr sz="1050"/>
            </a:lvl2pPr>
            <a:lvl3pPr marL="685772" indent="0">
              <a:buNone/>
              <a:defRPr sz="900"/>
            </a:lvl3pPr>
            <a:lvl4pPr marL="1028659" indent="0">
              <a:buNone/>
              <a:defRPr sz="750"/>
            </a:lvl4pPr>
            <a:lvl5pPr marL="1371545" indent="0">
              <a:buNone/>
              <a:defRPr sz="750"/>
            </a:lvl5pPr>
            <a:lvl6pPr marL="1714432" indent="0">
              <a:buNone/>
              <a:defRPr sz="750"/>
            </a:lvl6pPr>
            <a:lvl7pPr marL="2057317" indent="0">
              <a:buNone/>
              <a:defRPr sz="750"/>
            </a:lvl7pPr>
            <a:lvl8pPr marL="2400204" indent="0">
              <a:buNone/>
              <a:defRPr sz="750"/>
            </a:lvl8pPr>
            <a:lvl9pPr marL="2743091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69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5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7" indent="0">
              <a:buNone/>
              <a:defRPr sz="2100"/>
            </a:lvl2pPr>
            <a:lvl3pPr marL="685772" indent="0">
              <a:buNone/>
              <a:defRPr sz="1800"/>
            </a:lvl3pPr>
            <a:lvl4pPr marL="1028659" indent="0">
              <a:buNone/>
              <a:defRPr sz="1500"/>
            </a:lvl4pPr>
            <a:lvl5pPr marL="1371545" indent="0">
              <a:buNone/>
              <a:defRPr sz="1500"/>
            </a:lvl5pPr>
            <a:lvl6pPr marL="1714432" indent="0">
              <a:buNone/>
              <a:defRPr sz="1500"/>
            </a:lvl6pPr>
            <a:lvl7pPr marL="2057317" indent="0">
              <a:buNone/>
              <a:defRPr sz="1500"/>
            </a:lvl7pPr>
            <a:lvl8pPr marL="2400204" indent="0">
              <a:buNone/>
              <a:defRPr sz="1500"/>
            </a:lvl8pPr>
            <a:lvl9pPr marL="2743091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2" y="2971801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887" indent="0">
              <a:buNone/>
              <a:defRPr sz="1050"/>
            </a:lvl2pPr>
            <a:lvl3pPr marL="685772" indent="0">
              <a:buNone/>
              <a:defRPr sz="900"/>
            </a:lvl3pPr>
            <a:lvl4pPr marL="1028659" indent="0">
              <a:buNone/>
              <a:defRPr sz="750"/>
            </a:lvl4pPr>
            <a:lvl5pPr marL="1371545" indent="0">
              <a:buNone/>
              <a:defRPr sz="750"/>
            </a:lvl5pPr>
            <a:lvl6pPr marL="1714432" indent="0">
              <a:buNone/>
              <a:defRPr sz="750"/>
            </a:lvl6pPr>
            <a:lvl7pPr marL="2057317" indent="0">
              <a:buNone/>
              <a:defRPr sz="750"/>
            </a:lvl7pPr>
            <a:lvl8pPr marL="2400204" indent="0">
              <a:buNone/>
              <a:defRPr sz="750"/>
            </a:lvl8pPr>
            <a:lvl9pPr marL="2743091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2107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81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4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9" y="527404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56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6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6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0A9A6-9CD6-3D49-BC12-54A9ECFB430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6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41B53-35C7-DE4F-9E38-CB2CB04A04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33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72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3" indent="-171443" algn="l" defTabSz="685772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0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15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02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89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74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61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47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34" indent="-171443" algn="l" defTabSz="685772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7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2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2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7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1" algn="l" defTabSz="68577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E258DF0-0BB2-A926-1FC4-4210B99FDAD2}"/>
              </a:ext>
            </a:extLst>
          </p:cNvPr>
          <p:cNvSpPr txBox="1"/>
          <p:nvPr/>
        </p:nvSpPr>
        <p:spPr>
          <a:xfrm>
            <a:off x="0" y="106133"/>
            <a:ext cx="420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8EA966-0E08-276F-D4A2-EA219C344A4E}"/>
              </a:ext>
            </a:extLst>
          </p:cNvPr>
          <p:cNvSpPr txBox="1"/>
          <p:nvPr/>
        </p:nvSpPr>
        <p:spPr>
          <a:xfrm>
            <a:off x="9889" y="4437272"/>
            <a:ext cx="420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C96258-52E7-C316-FF19-99567F07B84D}"/>
              </a:ext>
            </a:extLst>
          </p:cNvPr>
          <p:cNvGrpSpPr>
            <a:grpSpLocks noChangeAspect="1"/>
          </p:cNvGrpSpPr>
          <p:nvPr/>
        </p:nvGrpSpPr>
        <p:grpSpPr>
          <a:xfrm>
            <a:off x="542723" y="4736775"/>
            <a:ext cx="2131989" cy="252000"/>
            <a:chOff x="1563871" y="3117507"/>
            <a:chExt cx="2949599" cy="348642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36E1A1EA-4A58-D1ED-1419-553639A5A9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71" t="35955" r="1448" b="59488"/>
            <a:stretch>
              <a:fillRect/>
            </a:stretch>
          </p:blipFill>
          <p:spPr bwMode="auto">
            <a:xfrm>
              <a:off x="1563871" y="3117507"/>
              <a:ext cx="1150883" cy="1953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41A136-E773-FF26-DD18-5E1DDF3C13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71" t="41632" r="1448" b="54290"/>
            <a:stretch>
              <a:fillRect/>
            </a:stretch>
          </p:blipFill>
          <p:spPr bwMode="auto">
            <a:xfrm>
              <a:off x="2111191" y="3152112"/>
              <a:ext cx="1150883" cy="174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49DE94A-3A44-11BD-9FBC-EB15D8BB32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771" t="46429" r="1448" b="46390"/>
            <a:stretch>
              <a:fillRect/>
            </a:stretch>
          </p:blipFill>
          <p:spPr bwMode="auto">
            <a:xfrm>
              <a:off x="3360079" y="3157701"/>
              <a:ext cx="1153391" cy="308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0D891AF-231B-D875-C90B-8F29C7A2A1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27"/>
          <a:stretch>
            <a:fillRect/>
          </a:stretch>
        </p:blipFill>
        <p:spPr>
          <a:xfrm>
            <a:off x="3063161" y="5037846"/>
            <a:ext cx="3789051" cy="2628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84A387C-472A-33A2-7E0D-CFF635C235EC}"/>
              </a:ext>
            </a:extLst>
          </p:cNvPr>
          <p:cNvSpPr txBox="1"/>
          <p:nvPr/>
        </p:nvSpPr>
        <p:spPr>
          <a:xfrm>
            <a:off x="3438889" y="4474191"/>
            <a:ext cx="4208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C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114E01-2DAE-D4EF-81C5-3AFCF8710B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351" r="22666" b="95118"/>
          <a:stretch>
            <a:fillRect/>
          </a:stretch>
        </p:blipFill>
        <p:spPr>
          <a:xfrm>
            <a:off x="4712041" y="4812073"/>
            <a:ext cx="1595546" cy="1188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5264DAF-6983-B01B-FD43-97B3CF03D7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643"/>
          <a:stretch>
            <a:fillRect/>
          </a:stretch>
        </p:blipFill>
        <p:spPr bwMode="auto">
          <a:xfrm>
            <a:off x="-4772" y="411232"/>
            <a:ext cx="6858000" cy="18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105D860-A793-CDD3-49B9-105B0B812B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4" r="26173" b="4519"/>
          <a:stretch>
            <a:fillRect/>
          </a:stretch>
        </p:blipFill>
        <p:spPr bwMode="auto">
          <a:xfrm>
            <a:off x="127000" y="4953176"/>
            <a:ext cx="2870400" cy="28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6332E5D-6B49-B5A1-45A6-3BE2705899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5"/>
          <a:stretch>
            <a:fillRect/>
          </a:stretch>
        </p:blipFill>
        <p:spPr bwMode="auto">
          <a:xfrm>
            <a:off x="-5788" y="596960"/>
            <a:ext cx="6858000" cy="369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8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7674</TotalTime>
  <Words>4</Words>
  <Application>Microsoft Macintosh PowerPoint</Application>
  <PresentationFormat>A4 Paper (210x297 mm)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Mahdi Karimi</dc:creator>
  <cp:lastModifiedBy>Mehdi Karimi</cp:lastModifiedBy>
  <cp:revision>3</cp:revision>
  <cp:lastPrinted>2026-03-02T15:14:38Z</cp:lastPrinted>
  <dcterms:created xsi:type="dcterms:W3CDTF">2025-12-17T15:42:57Z</dcterms:created>
  <dcterms:modified xsi:type="dcterms:W3CDTF">2026-06-02T21:35:32Z</dcterms:modified>
</cp:coreProperties>
</file>